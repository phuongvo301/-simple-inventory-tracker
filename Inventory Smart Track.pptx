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8288000" cy="10287000"/>
  <p:notesSz cx="6858000" cy="9144000"/>
  <p:embeddedFontLst>
    <p:embeddedFont>
      <p:font typeface="SK Concretica" charset="1" panose="000000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B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4051169" y="6175539"/>
            <a:ext cx="10185662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-2088451" y="1915270"/>
            <a:ext cx="16325282" cy="5249718"/>
            <a:chOff x="0" y="0"/>
            <a:chExt cx="21767043" cy="6999624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4618876" y="381000"/>
              <a:ext cx="17148167" cy="34898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849"/>
                </a:lnSpc>
              </a:pPr>
              <a:r>
                <a:rPr lang="en-US" sz="11799" spc="-589">
                  <a:solidFill>
                    <a:srgbClr val="A9BB9D"/>
                  </a:solidFill>
                  <a:latin typeface="SK Concretica"/>
                  <a:ea typeface="SK Concretica"/>
                  <a:cs typeface="SK Concretica"/>
                  <a:sym typeface="SK Concretica"/>
                </a:rPr>
                <a:t>simple inventory tracker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835788"/>
              <a:ext cx="14228242" cy="31638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40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498543" y="6945913"/>
            <a:ext cx="5114980" cy="1343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66"/>
              </a:lnSpc>
              <a:spcBef>
                <a:spcPct val="0"/>
              </a:spcBef>
            </a:pPr>
            <a:r>
              <a:rPr lang="en-US" sz="7404" spc="-370">
                <a:solidFill>
                  <a:srgbClr val="000000"/>
                </a:solidFill>
                <a:latin typeface="SK Concretica"/>
                <a:ea typeface="SK Concretica"/>
                <a:cs typeface="SK Concretica"/>
                <a:sym typeface="SK Concretica"/>
              </a:rPr>
              <a:t>by Phuong Vo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5555" y="5554140"/>
            <a:ext cx="7193127" cy="4432764"/>
          </a:xfrm>
          <a:custGeom>
            <a:avLst/>
            <a:gdLst/>
            <a:ahLst/>
            <a:cxnLst/>
            <a:rect r="r" b="b" t="t" l="l"/>
            <a:pathLst>
              <a:path h="4432764" w="7193127">
                <a:moveTo>
                  <a:pt x="0" y="0"/>
                </a:moveTo>
                <a:lnTo>
                  <a:pt x="7193127" y="0"/>
                </a:lnTo>
                <a:lnTo>
                  <a:pt x="7193127" y="4432764"/>
                </a:lnTo>
                <a:lnTo>
                  <a:pt x="0" y="44327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59408" y="5554140"/>
            <a:ext cx="7387941" cy="4432764"/>
          </a:xfrm>
          <a:custGeom>
            <a:avLst/>
            <a:gdLst/>
            <a:ahLst/>
            <a:cxnLst/>
            <a:rect r="r" b="b" t="t" l="l"/>
            <a:pathLst>
              <a:path h="4432764" w="7387941">
                <a:moveTo>
                  <a:pt x="0" y="0"/>
                </a:moveTo>
                <a:lnTo>
                  <a:pt x="7387941" y="0"/>
                </a:lnTo>
                <a:lnTo>
                  <a:pt x="7387941" y="4432764"/>
                </a:lnTo>
                <a:lnTo>
                  <a:pt x="0" y="44327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155231" y="30159"/>
            <a:ext cx="11977539" cy="1720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99"/>
              </a:lnSpc>
              <a:spcBef>
                <a:spcPct val="0"/>
              </a:spcBef>
            </a:pPr>
            <a:r>
              <a:rPr lang="en-US" sz="9499" spc="-474">
                <a:solidFill>
                  <a:srgbClr val="000000"/>
                </a:solidFill>
                <a:latin typeface="SK Concretica"/>
                <a:ea typeface="SK Concretica"/>
                <a:cs typeface="SK Concretica"/>
                <a:sym typeface="SK Concretica"/>
              </a:rPr>
              <a:t>Simple Inventory Tracker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3195" y="2236191"/>
            <a:ext cx="16210819" cy="356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 spc="-250">
                <a:solidFill>
                  <a:srgbClr val="000000"/>
                </a:solidFill>
                <a:latin typeface="SK Concretica"/>
                <a:ea typeface="SK Concretica"/>
                <a:cs typeface="SK Concretica"/>
                <a:sym typeface="SK Concretica"/>
              </a:rPr>
              <a:t>Developer: Phuong Vo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 spc="-250">
                <a:solidFill>
                  <a:srgbClr val="000000"/>
                </a:solidFill>
                <a:latin typeface="SK Concretica"/>
                <a:ea typeface="SK Concretica"/>
                <a:cs typeface="SK Concretica"/>
                <a:sym typeface="SK Concretica"/>
              </a:rPr>
              <a:t>Tagline: Track your supplies faster and easier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 spc="-250">
                <a:solidFill>
                  <a:srgbClr val="000000"/>
                </a:solidFill>
                <a:latin typeface="SK Concretica"/>
                <a:ea typeface="SK Concretica"/>
                <a:cs typeface="SK Concretica"/>
                <a:sym typeface="SK Concretica"/>
              </a:rPr>
              <a:t>Feature: add, update, search, and export inventory</a:t>
            </a:r>
          </a:p>
          <a:p>
            <a:pPr algn="l">
              <a:lnSpc>
                <a:spcPts val="700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DAG6JALqrUg</dc:identifier>
  <dcterms:modified xsi:type="dcterms:W3CDTF">2011-08-01T06:04:30Z</dcterms:modified>
  <cp:revision>1</cp:revision>
  <dc:title>Inventory Smart Track</dc:title>
</cp:coreProperties>
</file>